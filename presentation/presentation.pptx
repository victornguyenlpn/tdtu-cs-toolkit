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10"/>
  </p:notesMasterIdLst>
  <p:handoutMasterIdLst>
    <p:handoutMasterId r:id="rId11"/>
  </p:handoutMasterIdLst>
  <p:sldIdLst>
    <p:sldId id="256" r:id="rId4"/>
    <p:sldId id="423" r:id="rId5"/>
    <p:sldId id="418" r:id="rId6"/>
    <p:sldId id="420" r:id="rId7"/>
    <p:sldId id="421" r:id="rId8"/>
    <p:sldId id="422" r:id="rId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8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1">
              <a:rPr lang="en-US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dirty="0"/>
              <a:t>author contact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1">
              <a:rPr lang="en-US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dirty="0"/>
              <a:t>author contact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11831320" y="3248660"/>
            <a:ext cx="360000" cy="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>
            <a:off x="6096000" y="6497955"/>
            <a:ext cx="0" cy="36000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0" y="3248660"/>
            <a:ext cx="360000" cy="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Box 22"/>
          <p:cNvSpPr txBox="1"/>
          <p:nvPr/>
        </p:nvSpPr>
        <p:spPr>
          <a:xfrm>
            <a:off x="6096000" y="6517005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11066145" y="3088005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360045" y="3087370"/>
            <a:ext cx="76517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>
              <a:lnSpc>
                <a:spcPct val="80000"/>
              </a:lnSpc>
            </a:pPr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045" y="6132830"/>
            <a:ext cx="651562" cy="360000"/>
          </a:xfrm>
          <a:prstGeom prst="rect">
            <a:avLst/>
          </a:prstGeom>
        </p:spPr>
      </p:pic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ooter Placeholder 29"/>
          <p:cNvSpPr>
            <a:spLocks noGrp="1"/>
          </p:cNvSpPr>
          <p:nvPr>
            <p:ph type="ftr" sz="quarter" idx="11"/>
          </p:nvPr>
        </p:nvSpPr>
        <p:spPr>
          <a:xfrm>
            <a:off x="4038600" y="6132830"/>
            <a:ext cx="4114800" cy="365125"/>
          </a:xfrm>
        </p:spPr>
        <p:txBody>
          <a:bodyPr/>
          <a:p>
            <a:pPr algn="ctr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author contact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6095365" y="0"/>
            <a:ext cx="0" cy="36000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Box 31"/>
          <p:cNvSpPr txBox="1"/>
          <p:nvPr/>
        </p:nvSpPr>
        <p:spPr>
          <a:xfrm>
            <a:off x="6095365" y="19050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33" name="Text Box 32"/>
          <p:cNvSpPr txBox="1"/>
          <p:nvPr/>
        </p:nvSpPr>
        <p:spPr>
          <a:xfrm>
            <a:off x="1207135" y="5678805"/>
            <a:ext cx="244919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1500">
                <a:solidFill>
                  <a:srgbClr val="FF0000"/>
                </a:solidFill>
              </a:rPr>
              <a:t>Organization </a:t>
            </a:r>
            <a:r>
              <a:rPr lang="vi-VN" altLang="en-US" sz="1500">
                <a:solidFill>
                  <a:srgbClr val="FF0000"/>
                </a:solidFill>
              </a:rPr>
              <a:t>Logo (Or not)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34" name="Text Box 33"/>
          <p:cNvSpPr txBox="1"/>
          <p:nvPr/>
        </p:nvSpPr>
        <p:spPr>
          <a:xfrm>
            <a:off x="5378450" y="2948305"/>
            <a:ext cx="143319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3000" b="1">
                <a:solidFill>
                  <a:srgbClr val="FF0000"/>
                </a:solidFill>
              </a:rPr>
              <a:t>Layout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35" name="Text Box 34"/>
          <p:cNvSpPr txBox="1"/>
          <p:nvPr/>
        </p:nvSpPr>
        <p:spPr>
          <a:xfrm>
            <a:off x="10962640" y="5810885"/>
            <a:ext cx="62801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sz="1500">
                <a:solidFill>
                  <a:srgbClr val="FF0000"/>
                </a:solidFill>
              </a:rPr>
              <a:t>Page</a:t>
            </a:r>
            <a:endParaRPr lang="en-US" sz="1500">
              <a:solidFill>
                <a:srgbClr val="FF0000"/>
              </a:solidFill>
            </a:endParaRPr>
          </a:p>
        </p:txBody>
      </p:sp>
      <p:sp>
        <p:nvSpPr>
          <p:cNvPr id="36" name="Text Box 35"/>
          <p:cNvSpPr txBox="1"/>
          <p:nvPr/>
        </p:nvSpPr>
        <p:spPr>
          <a:xfrm>
            <a:off x="5461318" y="4617720"/>
            <a:ext cx="12687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2000">
                <a:solidFill>
                  <a:srgbClr val="FF0000"/>
                </a:solidFill>
              </a:rPr>
              <a:t>Arial Font</a:t>
            </a:r>
            <a:endParaRPr lang="en-US" altLang="vi-VN"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996815" y="2948305"/>
            <a:ext cx="219646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3000" b="1">
                <a:solidFill>
                  <a:srgbClr val="FF0000"/>
                </a:solidFill>
              </a:rPr>
              <a:t>Initial Slide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5019675" y="998220"/>
            <a:ext cx="2154465" cy="720000"/>
            <a:chOff x="8932" y="1247"/>
            <a:chExt cx="3393" cy="1134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932" y="1247"/>
              <a:ext cx="2052" cy="1134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91" y="1247"/>
              <a:ext cx="1134" cy="1134"/>
            </a:xfrm>
            <a:prstGeom prst="rect">
              <a:avLst/>
            </a:prstGeom>
          </p:spPr>
        </p:pic>
      </p:grpSp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2131060" y="2167255"/>
            <a:ext cx="7929245" cy="2523490"/>
            <a:chOff x="3356" y="3027"/>
            <a:chExt cx="12487" cy="3974"/>
          </a:xfrm>
        </p:grpSpPr>
        <p:sp>
          <p:nvSpPr>
            <p:cNvPr id="16" name="Text Box 15"/>
            <p:cNvSpPr txBox="1"/>
            <p:nvPr/>
          </p:nvSpPr>
          <p:spPr>
            <a:xfrm>
              <a:off x="8107" y="5161"/>
              <a:ext cx="298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Author(s) Name</a:t>
              </a:r>
              <a:endParaRPr lang="vi-VN" altLang="en-US"/>
            </a:p>
          </p:txBody>
        </p:sp>
        <p:sp>
          <p:nvSpPr>
            <p:cNvPr id="17" name="Text Box 16"/>
            <p:cNvSpPr txBox="1"/>
            <p:nvPr/>
          </p:nvSpPr>
          <p:spPr>
            <a:xfrm>
              <a:off x="5603" y="4089"/>
              <a:ext cx="7993" cy="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chemeClr val="tx1"/>
                  </a:solidFill>
                </a:rPr>
                <a:t>Paper Name / Report Name</a:t>
              </a:r>
              <a:endParaRPr lang="vi-VN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3356" y="5985"/>
              <a:ext cx="12487" cy="101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>
                  <a:sym typeface="+mn-ea"/>
                </a:rPr>
                <a:t>Affil</a:t>
              </a:r>
              <a:r>
                <a:rPr lang="en-US" altLang="vi-VN">
                  <a:sym typeface="+mn-ea"/>
                </a:rPr>
                <a:t>i</a:t>
              </a:r>
              <a:r>
                <a:rPr lang="vi-VN" altLang="en-US">
                  <a:sym typeface="+mn-ea"/>
                </a:rPr>
                <a:t>ation</a:t>
              </a:r>
              <a:endParaRPr lang="vi-VN" altLang="en-US">
                <a:sym typeface="+mn-ea"/>
              </a:endParaRPr>
            </a:p>
            <a:p>
              <a:pPr algn="ctr"/>
              <a:r>
                <a:rPr lang="vi-VN" altLang="en-US" baseline="30000"/>
                <a:t>*</a:t>
              </a:r>
              <a:r>
                <a:rPr lang="vi-VN" altLang="en-US"/>
                <a:t>Correspondence</a:t>
              </a:r>
              <a:endParaRPr lang="vi-VN" altLang="en-US"/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7249" y="3027"/>
              <a:ext cx="470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Competition Name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049020" y="2134870"/>
            <a:ext cx="10099675" cy="2587625"/>
            <a:chOff x="1852" y="3311"/>
            <a:chExt cx="15905" cy="4075"/>
          </a:xfrm>
        </p:grpSpPr>
        <p:sp>
          <p:nvSpPr>
            <p:cNvPr id="2" name="Text Box 1"/>
            <p:cNvSpPr txBox="1"/>
            <p:nvPr/>
          </p:nvSpPr>
          <p:spPr>
            <a:xfrm>
              <a:off x="3556" y="5934"/>
              <a:ext cx="12487" cy="145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vi-VN" baseline="30000">
                  <a:sym typeface="+mn-ea"/>
                </a:rPr>
                <a:t>1 </a:t>
              </a:r>
              <a:r>
                <a:rPr lang="en-US" altLang="vi-VN">
                  <a:sym typeface="+mn-ea"/>
                </a:rPr>
                <a:t>Faculty of Information Technology, University ABC</a:t>
              </a:r>
              <a:endParaRPr lang="en-US" altLang="vi-VN">
                <a:solidFill>
                  <a:schemeClr val="tx1"/>
                </a:solidFill>
              </a:endParaRPr>
            </a:p>
            <a:p>
              <a:pPr algn="ctr"/>
              <a:r>
                <a:rPr lang="en-US" altLang="vi-VN" baseline="30000">
                  <a:sym typeface="+mn-ea"/>
                </a:rPr>
                <a:t>2 </a:t>
              </a:r>
              <a:r>
                <a:rPr lang="en-US" altLang="vi-VN">
                  <a:sym typeface="+mn-ea"/>
                </a:rPr>
                <a:t>Faculty of Information Technology, School of Computing, University XYZ</a:t>
              </a:r>
              <a:endParaRPr lang="en-US" altLang="vi-VN">
                <a:sym typeface="+mn-ea"/>
              </a:endParaRPr>
            </a:p>
            <a:p>
              <a:pPr algn="ctr"/>
              <a:r>
                <a:rPr lang="en-US" altLang="vi-VN" baseline="30000">
                  <a:sym typeface="+mn-ea"/>
                </a:rPr>
                <a:t>* </a:t>
              </a:r>
              <a:r>
                <a:rPr lang="en-US" altLang="vi-VN">
                  <a:sym typeface="+mn-ea"/>
                </a:rPr>
                <a:t>Correspondence: contact@organization.edu.vn</a:t>
              </a:r>
              <a:endParaRPr lang="en-US"/>
            </a:p>
          </p:txBody>
        </p:sp>
        <p:sp>
          <p:nvSpPr>
            <p:cNvPr id="3" name="Text Box 2"/>
            <p:cNvSpPr txBox="1"/>
            <p:nvPr/>
          </p:nvSpPr>
          <p:spPr>
            <a:xfrm>
              <a:off x="7159" y="5110"/>
              <a:ext cx="5285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en-US" altLang="vi-VN" b="1">
                  <a:sym typeface="+mn-ea"/>
                </a:rPr>
                <a:t>Van A Nguyen</a:t>
              </a:r>
              <a:r>
                <a:rPr lang="en-US" altLang="vi-VN" b="1" baseline="30000">
                  <a:sym typeface="+mn-ea"/>
                </a:rPr>
                <a:t>1</a:t>
              </a:r>
              <a:r>
                <a:rPr lang="en-US" altLang="vi-VN" b="1">
                  <a:sym typeface="+mn-ea"/>
                </a:rPr>
                <a:t>, Van B Pham</a:t>
              </a:r>
              <a:r>
                <a:rPr lang="en-US" altLang="vi-VN" b="1" baseline="30000">
                  <a:sym typeface="+mn-ea"/>
                </a:rPr>
                <a:t>2 </a:t>
              </a:r>
              <a:endParaRPr lang="en-US"/>
            </a:p>
          </p:txBody>
        </p:sp>
        <p:sp>
          <p:nvSpPr>
            <p:cNvPr id="4" name="Text Box 3"/>
            <p:cNvSpPr txBox="1"/>
            <p:nvPr/>
          </p:nvSpPr>
          <p:spPr>
            <a:xfrm>
              <a:off x="1852" y="3311"/>
              <a:ext cx="15905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altLang="vi-VN" sz="3000" b="1">
                  <a:solidFill>
                    <a:schemeClr val="tx1"/>
                  </a:solidFill>
                </a:rPr>
                <a:t>Lorem ipsum dolor sit amet consectetur adipiscing elit</a:t>
              </a:r>
              <a:endParaRPr lang="en-US" altLang="vi-VN" sz="3000" b="1">
                <a:solidFill>
                  <a:schemeClr val="tx1"/>
                </a:solidFill>
              </a:endParaRPr>
            </a:p>
            <a:p>
              <a:pPr algn="ctr"/>
              <a:r>
                <a:rPr lang="en-US" altLang="vi-VN" sz="3000" b="1">
                  <a:solidFill>
                    <a:schemeClr val="tx1"/>
                  </a:solidFill>
                </a:rPr>
                <a:t>maecenas nibh diam ellentesque sed odio accumsan</a:t>
              </a:r>
              <a:endParaRPr lang="en-US" altLang="vi-VN" sz="3000" b="1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5585460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1</a:t>
            </a:r>
            <a:r>
              <a:rPr lang="en-US" altLang="vi-VN" sz="3000" b="1">
                <a:solidFill>
                  <a:srgbClr val="FF0000"/>
                </a:solidFill>
              </a:rPr>
              <a:t> |</a:t>
            </a:r>
            <a:r>
              <a:rPr lang="en-US" altLang="vi-VN" sz="3000" b="1">
                <a:solidFill>
                  <a:schemeClr val="tx1"/>
                </a:solidFill>
              </a:rPr>
              <a:t> Oral Presentation</a:t>
            </a:r>
            <a:endParaRPr lang="en-US" altLang="vi-VN" sz="3000" b="1">
              <a:solidFill>
                <a:schemeClr val="tx1"/>
              </a:solidFill>
            </a:endParaRPr>
          </a:p>
        </p:txBody>
      </p:sp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763905" y="1888490"/>
            <a:ext cx="10664190" cy="3357880"/>
            <a:chOff x="1203" y="3027"/>
            <a:chExt cx="16794" cy="5288"/>
          </a:xfrm>
        </p:grpSpPr>
        <p:sp>
          <p:nvSpPr>
            <p:cNvPr id="17" name="Text Box 16"/>
            <p:cNvSpPr txBox="1"/>
            <p:nvPr/>
          </p:nvSpPr>
          <p:spPr>
            <a:xfrm>
              <a:off x="1203" y="4089"/>
              <a:ext cx="16794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Áp dụng trí tuệ nhân tạo </a:t>
              </a:r>
              <a:endParaRPr lang="vi-VN" altLang="en-US" sz="3000" b="1">
                <a:solidFill>
                  <a:srgbClr val="FF0000"/>
                </a:solidFill>
              </a:endParaRPr>
            </a:p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trong hỗ trợ đầu tư chứng khoán và cảnh báo bất thường</a:t>
              </a:r>
              <a:endParaRPr lang="vi-VN" altLang="en-US" sz="3000" b="1">
                <a:solidFill>
                  <a:srgbClr val="FF0000"/>
                </a:solidFill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3986" y="5985"/>
              <a:ext cx="11230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Nguy</a:t>
              </a:r>
              <a:r>
                <a:rPr lang="en-US" altLang="vi-VN" b="1">
                  <a:sym typeface="+mn-ea"/>
                </a:rPr>
                <a:t>en Van A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Nguy</a:t>
              </a:r>
              <a:r>
                <a:rPr lang="en-US" altLang="vi-VN" b="1">
                  <a:sym typeface="+mn-ea"/>
                </a:rPr>
                <a:t>en Van B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Nguy</a:t>
              </a:r>
              <a:r>
                <a:rPr lang="en-US" altLang="vi-VN" b="1">
                  <a:sym typeface="+mn-ea"/>
                </a:rPr>
                <a:t>en Van C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Nguy</a:t>
              </a:r>
              <a:r>
                <a:rPr lang="en-US" altLang="vi-VN" b="1">
                  <a:sym typeface="+mn-ea"/>
                </a:rPr>
                <a:t>en Van D</a:t>
              </a:r>
              <a:r>
                <a:rPr lang="vi-VN" altLang="en-US" b="1" baseline="30000">
                  <a:sym typeface="+mn-ea"/>
                </a:rPr>
                <a:t>2</a:t>
              </a:r>
              <a:r>
                <a:rPr lang="en-US" altLang="vi-VN" b="1" baseline="30000">
                  <a:sym typeface="+mn-ea"/>
                </a:rPr>
                <a:t>,*</a:t>
              </a:r>
              <a:endParaRPr lang="en-US" altLang="vi-VN" b="1" baseline="30000">
                <a:sym typeface="+mn-ea"/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2231" y="6863"/>
              <a:ext cx="14735" cy="145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 baseline="30000">
                  <a:sym typeface="+mn-ea"/>
                </a:rPr>
                <a:t>1</a:t>
              </a:r>
              <a:r>
                <a:rPr lang="en-US" altLang="vi-VN">
                  <a:sym typeface="+mn-ea"/>
                </a:rPr>
                <a:t>Faculty of Information Technology, Ton Duc Thang University</a:t>
              </a:r>
              <a:endParaRPr lang="en-US" altLang="vi-VN">
                <a:sym typeface="+mn-ea"/>
              </a:endParaRPr>
            </a:p>
            <a:p>
              <a:pPr algn="ctr"/>
              <a:r>
                <a:rPr lang="vi-VN" altLang="en-US" baseline="30000">
                  <a:sym typeface="+mn-ea"/>
                </a:rPr>
                <a:t>2</a:t>
              </a:r>
              <a:r>
                <a:rPr lang="en-US" altLang="vi-VN">
                  <a:sym typeface="+mn-ea"/>
                </a:rPr>
                <a:t>N</a:t>
              </a:r>
              <a:r>
                <a:rPr lang="vi-VN" altLang="en-US">
                  <a:sym typeface="+mn-ea"/>
                </a:rPr>
                <a:t>LP &amp; KD </a:t>
              </a:r>
              <a:r>
                <a:rPr lang="en-US" altLang="vi-VN">
                  <a:sym typeface="+mn-ea"/>
                </a:rPr>
                <a:t>Laboratory, Faculty of Information Technology, Ton Duc Thang Universit</a:t>
              </a:r>
              <a:r>
                <a:rPr lang="vi-VN" altLang="en-US">
                  <a:sym typeface="+mn-ea"/>
                </a:rPr>
                <a:t>y</a:t>
              </a:r>
              <a:endParaRPr lang="vi-VN" altLang="en-US">
                <a:sym typeface="+mn-ea"/>
              </a:endParaRPr>
            </a:p>
            <a:p>
              <a:pPr algn="ctr"/>
              <a:r>
                <a:rPr lang="en-US" altLang="vi-VN" b="1" baseline="30000">
                  <a:sym typeface="+mn-ea"/>
                </a:rPr>
                <a:t>*</a:t>
              </a:r>
              <a:r>
                <a:rPr lang="en-US" altLang="vi-VN">
                  <a:sym typeface="+mn-ea"/>
                </a:rPr>
                <a:t>Lecturer/Supervisor</a:t>
              </a:r>
              <a:endParaRPr lang="en-US" altLang="vi-VN"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4464" y="3027"/>
              <a:ext cx="1027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NGHIỆM THU ĐỀ TÀI NCKHSV CẤP KHOA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208851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2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5034915" y="977900"/>
            <a:ext cx="2154465" cy="720000"/>
            <a:chOff x="8932" y="1247"/>
            <a:chExt cx="3393" cy="113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932" y="1247"/>
              <a:ext cx="2052" cy="1134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91" y="1247"/>
              <a:ext cx="1134" cy="113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1416685" y="2026920"/>
            <a:ext cx="9356725" cy="3081020"/>
            <a:chOff x="2231" y="3027"/>
            <a:chExt cx="14735" cy="4852"/>
          </a:xfrm>
        </p:grpSpPr>
        <p:sp>
          <p:nvSpPr>
            <p:cNvPr id="17" name="Text Box 16"/>
            <p:cNvSpPr txBox="1"/>
            <p:nvPr/>
          </p:nvSpPr>
          <p:spPr>
            <a:xfrm>
              <a:off x="2332" y="4089"/>
              <a:ext cx="14540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Pellentesque sed odio accumsan, pharetra nisi et,</a:t>
              </a:r>
              <a:endParaRPr lang="vi-VN" altLang="en-US" sz="3000" b="1">
                <a:solidFill>
                  <a:srgbClr val="FF0000"/>
                </a:solidFill>
              </a:endParaRPr>
            </a:p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imperdiet magna.Integer eget turpis felis</a:t>
              </a:r>
              <a:endParaRPr lang="vi-VN" altLang="en-US" sz="3000" b="1">
                <a:solidFill>
                  <a:srgbClr val="FF0000"/>
                </a:solidFill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6736" y="5985"/>
              <a:ext cx="5730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Nguy</a:t>
              </a:r>
              <a:r>
                <a:rPr lang="en-US" altLang="vi-VN" b="1">
                  <a:sym typeface="+mn-ea"/>
                </a:rPr>
                <a:t>e</a:t>
              </a:r>
              <a:r>
                <a:rPr lang="vi-VN" altLang="en-US" b="1">
                  <a:sym typeface="+mn-ea"/>
                </a:rPr>
                <a:t>n </a:t>
              </a:r>
              <a:r>
                <a:rPr lang="en-US" altLang="vi-VN" b="1">
                  <a:sym typeface="+mn-ea"/>
                </a:rPr>
                <a:t>Van A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</a:t>
              </a:r>
              <a:r>
                <a:rPr lang="en-US" altLang="vi-VN" b="1">
                  <a:sym typeface="+mn-ea"/>
                </a:rPr>
                <a:t>Nguyen Van B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en-US" altLang="vi-VN" b="1" baseline="30000">
                  <a:sym typeface="+mn-ea"/>
                </a:rPr>
                <a:t>,*</a:t>
              </a:r>
              <a:endParaRPr lang="en-US" altLang="vi-VN" b="1" baseline="30000">
                <a:sym typeface="+mn-ea"/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2231" y="6863"/>
              <a:ext cx="14735" cy="101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 baseline="30000">
                  <a:sym typeface="+mn-ea"/>
                </a:rPr>
                <a:t>1</a:t>
              </a:r>
              <a:r>
                <a:rPr lang="en-US" altLang="vi-VN">
                  <a:sym typeface="+mn-ea"/>
                </a:rPr>
                <a:t>Faculty of Information Technology, Ton Duc Thang University</a:t>
              </a:r>
              <a:endParaRPr lang="en-US" altLang="vi-VN">
                <a:sym typeface="+mn-ea"/>
              </a:endParaRPr>
            </a:p>
            <a:p>
              <a:pPr algn="ctr"/>
              <a:r>
                <a:rPr lang="en-US" altLang="vi-VN" b="1" baseline="30000">
                  <a:sym typeface="+mn-ea"/>
                </a:rPr>
                <a:t>*</a:t>
              </a:r>
              <a:r>
                <a:rPr lang="en-US" altLang="vi-VN">
                  <a:sym typeface="+mn-ea"/>
                </a:rPr>
                <a:t>Lecturer/Supervisor</a:t>
              </a:r>
              <a:endParaRPr lang="vi-VN" altLang="en-US"/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5039" y="3027"/>
              <a:ext cx="912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NATURAL LANGUAGE PROCESSING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7301230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3</a:t>
            </a:r>
            <a:r>
              <a:rPr lang="en-US" altLang="vi-VN" sz="3000" b="1">
                <a:solidFill>
                  <a:srgbClr val="FF0000"/>
                </a:solidFill>
              </a:rPr>
              <a:t> | </a:t>
            </a:r>
            <a:r>
              <a:rPr lang="en-US" altLang="vi-VN" sz="3000" b="1">
                <a:solidFill>
                  <a:schemeClr val="tx1"/>
                </a:solidFill>
              </a:rPr>
              <a:t>Final/Midterm Presentation</a:t>
            </a:r>
            <a:endParaRPr lang="en-US" altLang="vi-VN" sz="3000" b="1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1109</Words>
  <Application>WPS Presentation</Application>
  <PresentationFormat>宽屏</PresentationFormat>
  <Paragraphs>77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SimSun</vt:lpstr>
      <vt:lpstr>Wingdings</vt:lpstr>
      <vt:lpstr>Microsoft YaHei</vt:lpstr>
      <vt:lpstr>文泉驿微米黑</vt:lpstr>
      <vt:lpstr>Arial Unicode MS</vt:lpstr>
      <vt:lpstr>Arial Black</vt:lpstr>
      <vt:lpstr>SimSun</vt:lpstr>
      <vt:lpstr>Webdings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nguyen-quang-huy</cp:lastModifiedBy>
  <cp:revision>32</cp:revision>
  <dcterms:created xsi:type="dcterms:W3CDTF">2026-05-13T03:07:05Z</dcterms:created>
  <dcterms:modified xsi:type="dcterms:W3CDTF">2026-05-13T03:07:05Z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1033-11.1.0.10920</vt:lpwstr>
  </property>
</Properties>
</file>